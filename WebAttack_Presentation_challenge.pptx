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Iso Forest</c:v>
                </c:pt>
                <c:pt idx="2">
                  <c:v>Combined</c:v>
                </c:pt>
                <c:pt idx="3">
                  <c:v>CRF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0.97899999999999998</c:v>
                </c:pt>
                <c:pt idx="1">
                  <c:v>4.7E-2</c:v>
                </c:pt>
                <c:pt idx="2">
                  <c:v>0.495</c:v>
                </c:pt>
                <c:pt idx="3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08-4EC7-A79E-EF1D0DF7F2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B4690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Iso Forest</c:v>
                </c:pt>
                <c:pt idx="2">
                  <c:v>Combined</c:v>
                </c:pt>
                <c:pt idx="3">
                  <c:v>CRF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0.995</c:v>
                </c:pt>
                <c:pt idx="1">
                  <c:v>4.9000000000000002E-2</c:v>
                </c:pt>
                <c:pt idx="2">
                  <c:v>0.995</c:v>
                </c:pt>
                <c:pt idx="3">
                  <c:v>0.78700000000000003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08-4EC7-A79E-EF1D0DF7F2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Iso Forest</c:v>
                </c:pt>
                <c:pt idx="2">
                  <c:v>Combined</c:v>
                </c:pt>
                <c:pt idx="3">
                  <c:v>CRF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0.98699999999999999</c:v>
                </c:pt>
                <c:pt idx="1">
                  <c:v>4.8000000000000001E-2</c:v>
                </c:pt>
                <c:pt idx="2">
                  <c:v>0.66100000000000003</c:v>
                </c:pt>
                <c:pt idx="3">
                  <c:v>0.84399999999999997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08-4EC7-A79E-EF1D0DF7F2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8DE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EE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39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detecting web attacks (Brute Force, XSS, SQL Injection) run against DVWA in CIC-IDS-2017. Three complementary detection layers plus SHAP. Used the GeneratedLabelledFlows version because it keeps timestamps, needed for the sequence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Imbalance is the core challenge — 1.28% attacks. Figure 1 uses a log scale so the tiny attack bars are visible. Use F1/Recall and SMOTE. Dropped IP/port metadata so the model learns behaviour, not attacker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XGBoost supervised backbone; Isolation Forest unsupervised novelty net; CRF the sequence layer that labels each flow using its neighbours in time. SHAP explains decisions. Leak-free methodology: split first, SMOTE on training only, blocked split for CRF.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results. XGBoost F1 0.987, recall 0.995, AUC 1.0 — confusion matrix: 651 attacks caught, 3 missed, 14 false alarms. Isolation Forest weak alone — expected; catches novel attacks. Combined OR: full recall, lower precision. CRF F1 0.844 — the sequence-over-time figure shows CRF predictions tracking the real attack activity. If asked about AUC 1.0: held-out test set, leak-free pipeline, highly separable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explainability. SHAP importance shows top features; the beeswarm shows how each feature pushes a flow toward attack (right) or benign (left), coloured by feature value. Six key findings. Python tools listed. Offer to demo the live Streamlit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5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CSLAB CHALLENGE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Adnan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F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F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F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(PGM)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FD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46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CIC-IDS-2017 · WEB ATTACK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242316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Web Attacks with a Three-Layer Machine Learning System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42976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· XSS · SQL Injection generated against DVWA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6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attacks hidden in normal traffic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827"/>
                </a:solidFill>
              </a:rPr>
              <a:t>Dataset: </a:t>
            </a:r>
            <a:r>
              <a:rPr lang="en-US" sz="1400" dirty="0">
                <a:solidFill>
                  <a:srgbClr val="374151"/>
                </a:solidFill>
              </a:rPr>
              <a:t>CIC-IDS-2017 (GeneratedLabelledFlows — keeps timestamps &amp; IPs).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827"/>
                </a:solidFill>
              </a:rPr>
              <a:t>170,231 </a:t>
            </a:r>
            <a:r>
              <a:rPr lang="en-US" sz="1400" dirty="0">
                <a:solidFill>
                  <a:srgbClr val="374151"/>
                </a:solidFill>
              </a:rPr>
              <a:t>clean flows × </a:t>
            </a:r>
            <a:r>
              <a:rPr lang="en-US" sz="1400" b="1" dirty="0">
                <a:solidFill>
                  <a:srgbClr val="111827"/>
                </a:solidFill>
              </a:rPr>
              <a:t>77 features </a:t>
            </a:r>
            <a:r>
              <a:rPr lang="en-US" sz="1400" dirty="0">
                <a:solidFill>
                  <a:srgbClr val="374151"/>
                </a:solidFill>
              </a:rPr>
              <a:t>(duration, packets, bytes, timing, TCP flags &amp; window sizes).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4690E"/>
                </a:solidFill>
              </a:rPr>
              <a:t>Only 1.28% are attacks </a:t>
            </a:r>
            <a:r>
              <a:rPr lang="en-US" sz="1400" dirty="0">
                <a:solidFill>
                  <a:srgbClr val="374151"/>
                </a:solidFill>
              </a:rPr>
              <a:t>— severe imbalance. Guessing “benign” always scores 98.7% accuracy yet catches zero attacks.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→ Evaluate with </a:t>
            </a:r>
            <a:r>
              <a:rPr lang="en-US" sz="1400" b="1" dirty="0">
                <a:solidFill>
                  <a:srgbClr val="111827"/>
                </a:solidFill>
              </a:rPr>
              <a:t>F1 &amp; Recall</a:t>
            </a:r>
            <a:r>
              <a:rPr lang="en-US" sz="1400" dirty="0">
                <a:solidFill>
                  <a:srgbClr val="374151"/>
                </a:solidFill>
              </a:rPr>
              <a:t>; balance training with SMOTE. Metadata (IPs, ports) dropped so the model learns behaviour, not attacker identity.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576072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4572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— class distribution (log scale): 168,051 benign vs 2,180 attacks.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6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complementary detection layers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60604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04672" y="1901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2450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871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· per-flow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32186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boosted trees, each fixing the previous ones' errors. Learns known web-attack patterns from labels.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66160" cy="260604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07992" y="1901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46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07992" y="2450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07992" y="2871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6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· per-flow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7992" y="32186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flows that isolate quickly under random cuts — a safety net for novel anomalies, no labels needed.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566160" cy="260604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211312" y="1901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11312" y="2450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11312" y="2871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· PGM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11312" y="32186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probabilistic graphical model that labels each flow using its time-ordered neighbours — detects attack sequences.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Explainability:  </a:t>
            </a: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reveals which network features drive each detection.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 </a:t>
            </a: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→ scale → SMOTE (train only) → stratified split for per-flow models, blocked split for the CRF — a leak-free evaluation.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6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performance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08760"/>
          <a:ext cx="51206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— Precision / Recall / F1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34840"/>
            <a:ext cx="5120640" cy="1691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1264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 detections vs ground truth over the time sequence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63040"/>
            <a:ext cx="2880360" cy="2148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06440" y="36118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confusion matrix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1463040"/>
            <a:ext cx="2880360" cy="2148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78240" y="36118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 confusion matrix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5806440" y="4114800"/>
            <a:ext cx="1847088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7"/>
          <p:cNvSpPr/>
          <p:nvPr/>
        </p:nvSpPr>
        <p:spPr>
          <a:xfrm>
            <a:off x="5897880" y="42245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0.987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5897880" y="4709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F1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744968" y="4114800"/>
            <a:ext cx="1847088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7836408" y="42245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7836408" y="4709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9683496" y="4114800"/>
            <a:ext cx="1847088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3"/>
          <p:cNvSpPr/>
          <p:nvPr/>
        </p:nvSpPr>
        <p:spPr>
          <a:xfrm>
            <a:off x="9774936" y="42245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0.844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9774936" y="4709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 F1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806440" y="5349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caught 651/654 attacks (missed 3) with 14 false alarms. Isolation Forest is weak alone (expected). CRF detects attacks in temporal sequence.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6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 — and what we found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379476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9377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— top features by importance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417320"/>
            <a:ext cx="329184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4937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beeswarm — right = pushes toward attack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86384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63840" y="1874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detects known attacks near-perfectly (F1 0.987)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863840" y="24780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0" y="24780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adds novelty detection (no labels)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863840" y="30815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0" y="3081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 models attack sequences in time (F1 0.844)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863840" y="36850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29600" y="36850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 uses neighbouring flows to detect attack bursts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863840" y="42885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229600" y="42885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signalled by TCP window sizes, timing &amp; flags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863840" y="4892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229600" y="4892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as a live Streamlit detection console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694</Words>
  <Application>Microsoft Office PowerPoint</Application>
  <PresentationFormat>Widescreen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Attack Detection — CIC-IDS-2017</dc:title>
  <dc:subject>PptxGenJS Presentation</dc:subject>
  <dc:creator>Adnan</dc:creator>
  <cp:lastModifiedBy>Adnan Muhammad</cp:lastModifiedBy>
  <cp:revision>3</cp:revision>
  <dcterms:created xsi:type="dcterms:W3CDTF">2026-07-16T14:41:15Z</dcterms:created>
  <dcterms:modified xsi:type="dcterms:W3CDTF">2026-07-16T16:10:38Z</dcterms:modified>
</cp:coreProperties>
</file>